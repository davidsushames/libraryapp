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70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8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e Sushames" userId="ce71797e-895c-47df-af8e-c160254d5cef" providerId="ADAL" clId="{09E3D1C6-ADE1-4028-8AAE-A09EF0552160}"/>
    <pc:docChg chg="undo custSel modSld">
      <pc:chgData name="Dave Sushames" userId="ce71797e-895c-47df-af8e-c160254d5cef" providerId="ADAL" clId="{09E3D1C6-ADE1-4028-8AAE-A09EF0552160}" dt="2025-10-07T02:31:58.574" v="5" actId="22"/>
      <pc:docMkLst>
        <pc:docMk/>
      </pc:docMkLst>
      <pc:sldChg chg="addSp delSp modSp mod">
        <pc:chgData name="Dave Sushames" userId="ce71797e-895c-47df-af8e-c160254d5cef" providerId="ADAL" clId="{09E3D1C6-ADE1-4028-8AAE-A09EF0552160}" dt="2025-10-07T02:31:58.574" v="5" actId="22"/>
        <pc:sldMkLst>
          <pc:docMk/>
          <pc:sldMk cId="2630173749" sldId="266"/>
        </pc:sldMkLst>
        <pc:spChg chg="add del">
          <ac:chgData name="Dave Sushames" userId="ce71797e-895c-47df-af8e-c160254d5cef" providerId="ADAL" clId="{09E3D1C6-ADE1-4028-8AAE-A09EF0552160}" dt="2025-10-07T02:31:58.574" v="5" actId="22"/>
          <ac:spMkLst>
            <pc:docMk/>
            <pc:sldMk cId="2630173749" sldId="266"/>
            <ac:spMk id="3" creationId="{E24248B4-502C-A4ED-AF3F-AD9EE62AFB43}"/>
          </ac:spMkLst>
        </pc:spChg>
        <pc:picChg chg="add del mod ord">
          <ac:chgData name="Dave Sushames" userId="ce71797e-895c-47df-af8e-c160254d5cef" providerId="ADAL" clId="{09E3D1C6-ADE1-4028-8AAE-A09EF0552160}" dt="2025-10-07T02:31:58.574" v="5" actId="22"/>
          <ac:picMkLst>
            <pc:docMk/>
            <pc:sldMk cId="2630173749" sldId="266"/>
            <ac:picMk id="5" creationId="{F8EBE60B-5FE6-D62D-F3AF-18826DDDFFC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3264F-E92E-509D-690F-20FDB88889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C3975-3946-DEAC-DBEE-DF6257C57E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F4DA0-F916-7F7C-2CF3-E15A812AD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8FB9-22AD-4E01-AF00-6F9E1163FDCA}" type="datetimeFigureOut">
              <a:rPr lang="en-NZ" smtClean="0"/>
              <a:t>12/10/2025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0F4A6-6967-BA54-2D82-E3FFF98F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5E423-0335-F8C4-34F3-D82FD6CF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A924-926A-4FB2-88BD-54373C5A6C3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93501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C5EC0-9CEE-B5ED-7B5A-8BA24EE78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2CB29-5BD3-C943-D2B0-92222E078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ECC6F-7A45-468B-27E8-1F4FB792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8FB9-22AD-4E01-AF00-6F9E1163FDCA}" type="datetimeFigureOut">
              <a:rPr lang="en-NZ" smtClean="0"/>
              <a:t>12/10/2025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6F07B-9574-0907-6677-3351F736A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AB7DA-2340-EE43-056E-522987BD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A924-926A-4FB2-88BD-54373C5A6C3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03414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E6037-0257-F6D5-9A54-19E876ED3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3615C-6567-73AB-6C29-14226E521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9D893-A1C4-281B-82FD-4371F28E6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8FB9-22AD-4E01-AF00-6F9E1163FDCA}" type="datetimeFigureOut">
              <a:rPr lang="en-NZ" smtClean="0"/>
              <a:t>12/10/2025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E5E0D-CA20-9C5F-CB3C-9A1E1536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33B24-FE0C-4D88-462E-95F9414A5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A924-926A-4FB2-88BD-54373C5A6C3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29424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5A63B-CC5B-9585-FA77-CC94AE90F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21734-7228-4A8B-8379-0805000879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BAFCC-9683-1D0F-FD49-4B141972D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0602F-2922-AB74-080E-CE22F05CA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8FB9-22AD-4E01-AF00-6F9E1163FDCA}" type="datetimeFigureOut">
              <a:rPr lang="en-NZ" smtClean="0"/>
              <a:t>12/10/2025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CE2AE9-B4FC-750C-7AD9-7EBE3A25D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BDC5E-D3FC-5F2A-69EF-7DEE7B563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A924-926A-4FB2-88BD-54373C5A6C3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56764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0011-F1B6-A883-4259-A98C02D7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C9F6A-0CC9-2277-B10B-9A4A56A60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3FEA7-DE40-BDB1-C19E-DDE0FE7C9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BE1772-1B4B-32B0-E030-489094FF6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DB0CD1-4DD8-4692-A5DA-E1BC872298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E25BDF-C6B0-5704-F5DD-9F8592648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8FB9-22AD-4E01-AF00-6F9E1163FDCA}" type="datetimeFigureOut">
              <a:rPr lang="en-NZ" smtClean="0"/>
              <a:t>12/10/2025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E5CC00-B2A8-8F51-78E6-EF56DF417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E5D659-903E-D8D6-4ADE-6C16B1039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A924-926A-4FB2-88BD-54373C5A6C3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46017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9E755-7818-A79E-E323-531118C52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AD19CF-CE5C-08F7-C2F3-AE06FDAC7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8FB9-22AD-4E01-AF00-6F9E1163FDCA}" type="datetimeFigureOut">
              <a:rPr lang="en-NZ" smtClean="0"/>
              <a:t>12/10/2025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8E87BA-84A9-0F28-C3B4-E404231D6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C7678-EF3F-0BF7-A944-42B23952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A924-926A-4FB2-88BD-54373C5A6C3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22014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15560-8242-B56C-08F5-5475D3279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8FB9-22AD-4E01-AF00-6F9E1163FDCA}" type="datetimeFigureOut">
              <a:rPr lang="en-NZ" smtClean="0"/>
              <a:t>12/10/2025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C4FCAF-DBA9-00C5-0B43-54B293861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5BB8D-4D6A-CD1A-45F7-312F5971C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A924-926A-4FB2-88BD-54373C5A6C3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73447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218EE-0393-1969-0BFD-F7057BA8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A964D-000E-3F87-32CE-FA6B38627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7EF81-A055-CE79-19E8-4C4907BC0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759A6-EDDF-1F70-6ABF-EACC8F14A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8FB9-22AD-4E01-AF00-6F9E1163FDCA}" type="datetimeFigureOut">
              <a:rPr lang="en-NZ" smtClean="0"/>
              <a:t>12/10/2025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D4F630-205E-13FD-6556-4F2480CB4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D6499-175E-37D8-D5BE-0E38E216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A924-926A-4FB2-88BD-54373C5A6C3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34437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019A-E944-64FE-CC35-1A52D85A3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8D53F9-6026-C9BB-5F38-463482BB3B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A61D4-A5D8-2E2A-5D44-599FFAB19D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9227D-8452-D090-1DB5-1797A44AE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8FB9-22AD-4E01-AF00-6F9E1163FDCA}" type="datetimeFigureOut">
              <a:rPr lang="en-NZ" smtClean="0"/>
              <a:t>12/10/2025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C83F5-D616-5DC8-E8D0-7A7F40E94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D40F4-9DC9-C334-1BC8-F2323FF09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A924-926A-4FB2-88BD-54373C5A6C3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37666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94BF8-2D4A-0548-DE84-4B5747EE4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35C3B0-9354-DBA8-32A3-27EAF66B7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86D3A-32A8-E009-170A-9DC498FD8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8FB9-22AD-4E01-AF00-6F9E1163FDCA}" type="datetimeFigureOut">
              <a:rPr lang="en-NZ" smtClean="0"/>
              <a:t>12/10/2025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324C5-C99B-FECF-26F0-8D1473E58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7F2BA-24B7-B3F7-734B-7447D9841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A924-926A-4FB2-88BD-54373C5A6C3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67952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35E781-31FD-DCE0-7E9F-9FE6CFFEB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E6225-ACBA-BB65-32DD-8C6AEDF7C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D16E0-12AB-BD74-B284-C02E83CDE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8FB9-22AD-4E01-AF00-6F9E1163FDCA}" type="datetimeFigureOut">
              <a:rPr lang="en-NZ" smtClean="0"/>
              <a:t>12/10/2025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6C3A1-277A-ACF8-0E03-AD9FAC6F5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E778A-0B77-DEF2-810B-7D0E72C7E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A924-926A-4FB2-88BD-54373C5A6C3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55298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FABE34-357E-67C1-411D-1AADE5ACE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A2568-7862-B5DB-127C-4C5AE540C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41E1A-E2DC-39E6-8BFB-B5B9DD0A82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738FB9-22AD-4E01-AF00-6F9E1163FDCA}" type="datetimeFigureOut">
              <a:rPr lang="en-NZ" smtClean="0"/>
              <a:t>12/10/2025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D5B50-E1C4-13DF-4776-AE4165D3A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657F1-1A4E-EDAD-4EAB-B22541C0B0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0AA924-926A-4FB2-88BD-54373C5A6C3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41068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8549C-EBBF-A5F2-C78B-B4D6483AF8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Z" dirty="0"/>
              <a:t>FULL METAL LIBRARY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800B5C-AD72-28C1-6BE2-C32B0AB04A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16944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3FDA9-C16B-2A93-5442-841FB6020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71DCA-505F-5CBB-FA90-2B8053CAE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NZ" dirty="0"/>
              <a:t>A secure and strong like metal, web based library management system for managing books, authors, and administrator accounts with full CRUD features and authentications</a:t>
            </a:r>
          </a:p>
        </p:txBody>
      </p:sp>
    </p:spTree>
    <p:extLst>
      <p:ext uri="{BB962C8B-B14F-4D97-AF65-F5344CB8AC3E}">
        <p14:creationId xmlns:p14="http://schemas.microsoft.com/office/powerpoint/2010/main" val="670477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F00D2-8529-17E7-349E-ADF20C42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64567-579B-2D49-D792-EC0ECDCB4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6207F-D462-2F3E-18AF-54E940AF7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Full CRUD operations for all the pages </a:t>
            </a:r>
          </a:p>
          <a:p>
            <a:r>
              <a:rPr lang="en-NZ" dirty="0"/>
              <a:t>Search Books, Authors, Admins.</a:t>
            </a:r>
          </a:p>
          <a:p>
            <a:r>
              <a:rPr lang="en-NZ" dirty="0"/>
              <a:t>Sorting by Name or Title (AZ to ZA). </a:t>
            </a:r>
          </a:p>
          <a:p>
            <a:endParaRPr lang="en-NZ" dirty="0"/>
          </a:p>
          <a:p>
            <a:endParaRPr lang="en-NZ" dirty="0"/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493032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CF08-B7B3-E7F1-C3E7-30061EF0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Advance Features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09994-70AB-E4D7-37D7-F773DA2CC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Implemented Validations for all the pages.</a:t>
            </a:r>
          </a:p>
          <a:p>
            <a:r>
              <a:rPr lang="en-NZ" dirty="0"/>
              <a:t>Session based authentication for Login/Logout.</a:t>
            </a:r>
          </a:p>
          <a:p>
            <a:r>
              <a:rPr lang="en-NZ" dirty="0"/>
              <a:t>Password Hashing </a:t>
            </a:r>
          </a:p>
          <a:p>
            <a:r>
              <a:rPr lang="en-NZ" dirty="0"/>
              <a:t>Account Activation and Deactivation </a:t>
            </a:r>
          </a:p>
          <a:p>
            <a:r>
              <a:rPr lang="en-NZ" dirty="0"/>
              <a:t>Strong password requirements 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99917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1F62D-6CCB-4CFA-1EBB-8138F7E8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405C3-837C-DA69-F591-94AA041DC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ER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C2737-0BFC-AC98-FBD6-AD593D04D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52555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E35E0-BB61-2E2C-D836-06DF6E7BA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E5BBE-6AB1-6499-AE58-4E94EA136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User Stories/Sprint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DAF8F-69A0-CC24-8BEA-64C92A487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1744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FC120-B61E-81A0-9F23-20E2FDDCF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87C5-7E4D-2D94-A725-682AE52EE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Testing BBT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FAE4F-801A-179E-B327-79653D7D3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62380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FA52-B779-FD9D-307E-308C55806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Testing WBT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3E1BD-C8B9-8816-4BFA-74058058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73449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2FE3F-CB9B-43AF-6AEA-90F4A7D85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6B266-5F5E-6BE5-9633-E9ED29B84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Unit Tests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14738AC-5827-DAA3-7669-907C854722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0130833"/>
              </p:ext>
            </p:extLst>
          </p:nvPr>
        </p:nvGraphicFramePr>
        <p:xfrm>
          <a:off x="838200" y="1276985"/>
          <a:ext cx="10515600" cy="530155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260356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16273911"/>
                    </a:ext>
                  </a:extLst>
                </a:gridCol>
              </a:tblGrid>
              <a:tr h="446693">
                <a:tc>
                  <a:txBody>
                    <a:bodyPr/>
                    <a:lstStyle/>
                    <a:p>
                      <a:pPr algn="ctr"/>
                      <a:r>
                        <a:rPr lang="en-NZ" sz="2400" dirty="0"/>
                        <a:t>FMLCOntrollerUnitTest.cs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2400" dirty="0" err="1"/>
                        <a:t>FMLModelUnitTesting.cs</a:t>
                      </a:r>
                      <a:endParaRPr lang="en-NZ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318864"/>
                  </a:ext>
                </a:extLst>
              </a:tr>
              <a:tr h="541940">
                <a:tc>
                  <a:txBody>
                    <a:bodyPr/>
                    <a:lstStyle/>
                    <a:p>
                      <a:r>
                        <a:rPr lang="en-NZ" dirty="0"/>
                        <a:t>HomeController =  Page rendering and error handling.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RegisterViewModel = Admin registration validation.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362453"/>
                  </a:ext>
                </a:extLst>
              </a:tr>
              <a:tr h="541940">
                <a:tc>
                  <a:txBody>
                    <a:bodyPr/>
                    <a:lstStyle/>
                    <a:p>
                      <a:r>
                        <a:rPr lang="en-NZ" dirty="0"/>
                        <a:t>BooksController =  Full CRUD operations , search, sorting  and validation.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LoginViewModel = Login  Validation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540094"/>
                  </a:ext>
                </a:extLst>
              </a:tr>
              <a:tr h="541940">
                <a:tc>
                  <a:txBody>
                    <a:bodyPr/>
                    <a:lstStyle/>
                    <a:p>
                      <a:r>
                        <a:rPr lang="en-NZ" dirty="0"/>
                        <a:t>AuthorController = Author management ad data validation.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BookModel = Book data validation and constraints.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818270"/>
                  </a:ext>
                </a:extLst>
              </a:tr>
              <a:tr h="541940">
                <a:tc>
                  <a:txBody>
                    <a:bodyPr/>
                    <a:lstStyle/>
                    <a:p>
                      <a:r>
                        <a:rPr lang="en-NZ" dirty="0"/>
                        <a:t>AdminController = Authentication, registration, login, password validation.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AuthorModel = Authors name validation and formatting.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013425"/>
                  </a:ext>
                </a:extLst>
              </a:tr>
              <a:tr h="541940">
                <a:tc>
                  <a:txBody>
                    <a:bodyPr/>
                    <a:lstStyle/>
                    <a:p>
                      <a:r>
                        <a:rPr lang="en-NZ" dirty="0"/>
                        <a:t>TestPageController = Data retrieval and view  model integration.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AdminsModel = Addmin account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747910"/>
                  </a:ext>
                </a:extLst>
              </a:tr>
              <a:tr h="541940">
                <a:tc>
                  <a:txBody>
                    <a:bodyPr/>
                    <a:lstStyle/>
                    <a:p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SeedData = Database initialization and du[;</a:t>
                      </a:r>
                      <a:r>
                        <a:rPr lang="en-NZ" dirty="0" err="1"/>
                        <a:t>ication</a:t>
                      </a:r>
                      <a:r>
                        <a:rPr lang="en-NZ" dirty="0"/>
                        <a:t> prevention.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039368"/>
                  </a:ext>
                </a:extLst>
              </a:tr>
              <a:tr h="501936">
                <a:tc>
                  <a:txBody>
                    <a:bodyPr/>
                    <a:lstStyle/>
                    <a:p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PasswordHelper = Hashing and verification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171968"/>
                  </a:ext>
                </a:extLst>
              </a:tr>
              <a:tr h="501936">
                <a:tc>
                  <a:txBody>
                    <a:bodyPr/>
                    <a:lstStyle/>
                    <a:p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ErrorViewModel = Error page data handling.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775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553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E9B6F-69F2-D404-C88B-3A1708D97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136F-5311-7E41-587D-793B5A825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Selenium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92F9E-8EC8-41E6-FA3F-0C0D45503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13579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0F141-39C8-F5C0-0C26-7B051A8E6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55ACB-0F50-1570-C225-6A1F5B148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JMeter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6B5A8-FD74-EEC8-7E6B-B5A9D35A5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55972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AB85E-1E6E-E131-1D07-4DBCB0D75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CE0E8-3DC2-97F1-47B8-C12A4F201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Vulnerabilities + How we fixed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248B4-502C-A4ED-AF3F-AD9EE62AF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630173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EBB82-56C2-52F5-5279-AE25F78AC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DABB8-F401-78A1-F3DE-B217C8CCF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Issues/Challenges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EFAFD-755F-5651-96A3-898AC8B90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Faced challenges while completing Unit and Automation testing.</a:t>
            </a:r>
          </a:p>
          <a:p>
            <a:r>
              <a:rPr lang="en-NZ" dirty="0"/>
              <a:t>Challenges faced with  </a:t>
            </a:r>
            <a:r>
              <a:rPr lang="en-NZ" dirty="0" err="1"/>
              <a:t>GitBash</a:t>
            </a:r>
            <a:r>
              <a:rPr lang="en-NZ" dirty="0"/>
              <a:t> while uploading files and merging them with our repository. 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913538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F462B-1F43-5E7F-38D9-9BBDB1F60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84272-C502-5395-AC27-03BF1AB68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The Good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F3A64-A6CD-B226-7855-2C318FC88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App works 👍</a:t>
            </a:r>
          </a:p>
        </p:txBody>
      </p:sp>
    </p:spTree>
    <p:extLst>
      <p:ext uri="{BB962C8B-B14F-4D97-AF65-F5344CB8AC3E}">
        <p14:creationId xmlns:p14="http://schemas.microsoft.com/office/powerpoint/2010/main" val="3344191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CF806-3187-EE67-3A26-B40A4C06C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0AA9E-64EE-815E-8593-326BCDA3D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The Running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DAE1A-25A9-5D4C-9E2B-AF0EDDA66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20551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245</Words>
  <Application>Microsoft Office PowerPoint</Application>
  <PresentationFormat>Widescreen</PresentationFormat>
  <Paragraphs>43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FULL METAL LIBRARY</vt:lpstr>
      <vt:lpstr>Overview</vt:lpstr>
      <vt:lpstr>Features</vt:lpstr>
      <vt:lpstr>Advance Features </vt:lpstr>
      <vt:lpstr>ER Diagram</vt:lpstr>
      <vt:lpstr>User Stories/Sprint Review</vt:lpstr>
      <vt:lpstr>Testing BBT</vt:lpstr>
      <vt:lpstr>Testing WBT</vt:lpstr>
      <vt:lpstr>Unit Tests</vt:lpstr>
      <vt:lpstr>Selenium</vt:lpstr>
      <vt:lpstr>JMeter</vt:lpstr>
      <vt:lpstr>Vulnerabilities + How we fixed</vt:lpstr>
      <vt:lpstr>Issues/Challenges faced</vt:lpstr>
      <vt:lpstr>The Good</vt:lpstr>
      <vt:lpstr>The Running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 Sushames</dc:creator>
  <cp:lastModifiedBy>sachith samarasinghe</cp:lastModifiedBy>
  <cp:revision>4</cp:revision>
  <dcterms:created xsi:type="dcterms:W3CDTF">2025-10-07T02:13:16Z</dcterms:created>
  <dcterms:modified xsi:type="dcterms:W3CDTF">2025-10-12T00:23:23Z</dcterms:modified>
</cp:coreProperties>
</file>