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70" r:id="rId5"/>
    <p:sldId id="260" r:id="rId6"/>
    <p:sldId id="261" r:id="rId7"/>
    <p:sldId id="272" r:id="rId8"/>
    <p:sldId id="273" r:id="rId9"/>
    <p:sldId id="274" r:id="rId10"/>
    <p:sldId id="275" r:id="rId11"/>
    <p:sldId id="276" r:id="rId12"/>
    <p:sldId id="262" r:id="rId13"/>
    <p:sldId id="271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265004-1880-460D-B614-F8B6FF7D3354}" v="12" dt="2025-10-12T07:39:02.4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8" autoAdjust="0"/>
    <p:restoredTop sz="94660"/>
  </p:normalViewPr>
  <p:slideViewPr>
    <p:cSldViewPr snapToGrid="0">
      <p:cViewPr varScale="1">
        <p:scale>
          <a:sx n="99" d="100"/>
          <a:sy n="99" d="100"/>
        </p:scale>
        <p:origin x="90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e Sushames" userId="ce71797e-895c-47df-af8e-c160254d5cef" providerId="ADAL" clId="{067FCE3D-3D41-4548-936F-F0A348C85C95}"/>
    <pc:docChg chg="undo custSel addSld modSld">
      <pc:chgData name="Dave Sushames" userId="ce71797e-895c-47df-af8e-c160254d5cef" providerId="ADAL" clId="{067FCE3D-3D41-4548-936F-F0A348C85C95}" dt="2025-10-12T08:21:33.692" v="1236" actId="20577"/>
      <pc:docMkLst>
        <pc:docMk/>
      </pc:docMkLst>
      <pc:sldChg chg="modSp mod">
        <pc:chgData name="Dave Sushames" userId="ce71797e-895c-47df-af8e-c160254d5cef" providerId="ADAL" clId="{067FCE3D-3D41-4548-936F-F0A348C85C95}" dt="2025-10-12T07:56:01.423" v="1069" actId="20577"/>
        <pc:sldMkLst>
          <pc:docMk/>
          <pc:sldMk cId="1416944500" sldId="256"/>
        </pc:sldMkLst>
        <pc:spChg chg="mod">
          <ac:chgData name="Dave Sushames" userId="ce71797e-895c-47df-af8e-c160254d5cef" providerId="ADAL" clId="{067FCE3D-3D41-4548-936F-F0A348C85C95}" dt="2025-10-12T07:55:26.027" v="995" actId="255"/>
          <ac:spMkLst>
            <pc:docMk/>
            <pc:sldMk cId="1416944500" sldId="256"/>
            <ac:spMk id="2" creationId="{2978549C-EBBF-A5F2-C78B-B4D6483AF838}"/>
          </ac:spMkLst>
        </pc:spChg>
        <pc:spChg chg="mod">
          <ac:chgData name="Dave Sushames" userId="ce71797e-895c-47df-af8e-c160254d5cef" providerId="ADAL" clId="{067FCE3D-3D41-4548-936F-F0A348C85C95}" dt="2025-10-12T07:56:01.423" v="1069" actId="20577"/>
          <ac:spMkLst>
            <pc:docMk/>
            <pc:sldMk cId="1416944500" sldId="256"/>
            <ac:spMk id="3" creationId="{00800B5C-AD72-28C1-6BE2-C32B0AB04A33}"/>
          </ac:spMkLst>
        </pc:spChg>
      </pc:sldChg>
      <pc:sldChg chg="modSp mod">
        <pc:chgData name="Dave Sushames" userId="ce71797e-895c-47df-af8e-c160254d5cef" providerId="ADAL" clId="{067FCE3D-3D41-4548-936F-F0A348C85C95}" dt="2025-10-12T07:56:56.002" v="1126" actId="20577"/>
        <pc:sldMkLst>
          <pc:docMk/>
          <pc:sldMk cId="670477893" sldId="257"/>
        </pc:sldMkLst>
        <pc:spChg chg="mod">
          <ac:chgData name="Dave Sushames" userId="ce71797e-895c-47df-af8e-c160254d5cef" providerId="ADAL" clId="{067FCE3D-3D41-4548-936F-F0A348C85C95}" dt="2025-10-12T07:56:56.002" v="1126" actId="20577"/>
          <ac:spMkLst>
            <pc:docMk/>
            <pc:sldMk cId="670477893" sldId="257"/>
            <ac:spMk id="3" creationId="{4E771DCA-505F-5CBB-FA90-2B8053CAEEDE}"/>
          </ac:spMkLst>
        </pc:spChg>
      </pc:sldChg>
      <pc:sldChg chg="modSp mod">
        <pc:chgData name="Dave Sushames" userId="ce71797e-895c-47df-af8e-c160254d5cef" providerId="ADAL" clId="{067FCE3D-3D41-4548-936F-F0A348C85C95}" dt="2025-10-12T07:57:19.340" v="1131" actId="20577"/>
        <pc:sldMkLst>
          <pc:docMk/>
          <pc:sldMk cId="1493032887" sldId="259"/>
        </pc:sldMkLst>
        <pc:spChg chg="mod">
          <ac:chgData name="Dave Sushames" userId="ce71797e-895c-47df-af8e-c160254d5cef" providerId="ADAL" clId="{067FCE3D-3D41-4548-936F-F0A348C85C95}" dt="2025-10-12T07:57:19.340" v="1131" actId="20577"/>
          <ac:spMkLst>
            <pc:docMk/>
            <pc:sldMk cId="1493032887" sldId="259"/>
            <ac:spMk id="3" creationId="{9EC6207F-D462-2F3E-18AF-54E940AF757B}"/>
          </ac:spMkLst>
        </pc:spChg>
      </pc:sldChg>
      <pc:sldChg chg="addSp delSp modSp mod">
        <pc:chgData name="Dave Sushames" userId="ce71797e-895c-47df-af8e-c160254d5cef" providerId="ADAL" clId="{067FCE3D-3D41-4548-936F-F0A348C85C95}" dt="2025-10-12T07:20:23.191" v="37" actId="14100"/>
        <pc:sldMkLst>
          <pc:docMk/>
          <pc:sldMk cId="1452555610" sldId="260"/>
        </pc:sldMkLst>
        <pc:spChg chg="del">
          <ac:chgData name="Dave Sushames" userId="ce71797e-895c-47df-af8e-c160254d5cef" providerId="ADAL" clId="{067FCE3D-3D41-4548-936F-F0A348C85C95}" dt="2025-10-12T07:20:17.567" v="35" actId="22"/>
          <ac:spMkLst>
            <pc:docMk/>
            <pc:sldMk cId="1452555610" sldId="260"/>
            <ac:spMk id="3" creationId="{ECFC2737-0BFC-AC98-FBD6-AD593D04D8BA}"/>
          </ac:spMkLst>
        </pc:spChg>
        <pc:picChg chg="add mod ord">
          <ac:chgData name="Dave Sushames" userId="ce71797e-895c-47df-af8e-c160254d5cef" providerId="ADAL" clId="{067FCE3D-3D41-4548-936F-F0A348C85C95}" dt="2025-10-12T07:20:23.191" v="37" actId="14100"/>
          <ac:picMkLst>
            <pc:docMk/>
            <pc:sldMk cId="1452555610" sldId="260"/>
            <ac:picMk id="5" creationId="{CA9AECE5-21A9-2904-B18D-26EEB20BB384}"/>
          </ac:picMkLst>
        </pc:picChg>
      </pc:sldChg>
      <pc:sldChg chg="addSp delSp modSp mod">
        <pc:chgData name="Dave Sushames" userId="ce71797e-895c-47df-af8e-c160254d5cef" providerId="ADAL" clId="{067FCE3D-3D41-4548-936F-F0A348C85C95}" dt="2025-10-12T08:14:54.794" v="1161" actId="14100"/>
        <pc:sldMkLst>
          <pc:docMk/>
          <pc:sldMk cId="121744597" sldId="261"/>
        </pc:sldMkLst>
        <pc:spChg chg="mod">
          <ac:chgData name="Dave Sushames" userId="ce71797e-895c-47df-af8e-c160254d5cef" providerId="ADAL" clId="{067FCE3D-3D41-4548-936F-F0A348C85C95}" dt="2025-10-12T07:58:24.935" v="1133" actId="20577"/>
          <ac:spMkLst>
            <pc:docMk/>
            <pc:sldMk cId="121744597" sldId="261"/>
            <ac:spMk id="2" creationId="{39CE5BBE-6AB1-6499-AE58-4E94EA136540}"/>
          </ac:spMkLst>
        </pc:spChg>
        <pc:spChg chg="add del">
          <ac:chgData name="Dave Sushames" userId="ce71797e-895c-47df-af8e-c160254d5cef" providerId="ADAL" clId="{067FCE3D-3D41-4548-936F-F0A348C85C95}" dt="2025-10-12T08:11:00.742" v="1145" actId="22"/>
          <ac:spMkLst>
            <pc:docMk/>
            <pc:sldMk cId="121744597" sldId="261"/>
            <ac:spMk id="3" creationId="{BE2DAF8F-69A0-CC24-8BEA-64C92A487B4E}"/>
          </ac:spMkLst>
        </pc:spChg>
        <pc:spChg chg="add mod">
          <ac:chgData name="Dave Sushames" userId="ce71797e-895c-47df-af8e-c160254d5cef" providerId="ADAL" clId="{067FCE3D-3D41-4548-936F-F0A348C85C95}" dt="2025-10-12T08:13:45.574" v="1149" actId="478"/>
          <ac:spMkLst>
            <pc:docMk/>
            <pc:sldMk cId="121744597" sldId="261"/>
            <ac:spMk id="9" creationId="{8AFBFB2E-0301-77B4-125B-7835C2A2C0D0}"/>
          </ac:spMkLst>
        </pc:spChg>
        <pc:picChg chg="add del mod ord">
          <ac:chgData name="Dave Sushames" userId="ce71797e-895c-47df-af8e-c160254d5cef" providerId="ADAL" clId="{067FCE3D-3D41-4548-936F-F0A348C85C95}" dt="2025-10-12T08:10:45.983" v="1144" actId="22"/>
          <ac:picMkLst>
            <pc:docMk/>
            <pc:sldMk cId="121744597" sldId="261"/>
            <ac:picMk id="5" creationId="{FE4E942E-263B-CA1B-5401-C7245ACC42B8}"/>
          </ac:picMkLst>
        </pc:picChg>
        <pc:picChg chg="add del mod ord">
          <ac:chgData name="Dave Sushames" userId="ce71797e-895c-47df-af8e-c160254d5cef" providerId="ADAL" clId="{067FCE3D-3D41-4548-936F-F0A348C85C95}" dt="2025-10-12T08:13:45.574" v="1149" actId="478"/>
          <ac:picMkLst>
            <pc:docMk/>
            <pc:sldMk cId="121744597" sldId="261"/>
            <ac:picMk id="7" creationId="{D3D2A2B0-FFDA-C940-DA60-8217502A78C8}"/>
          </ac:picMkLst>
        </pc:picChg>
        <pc:picChg chg="add del mod">
          <ac:chgData name="Dave Sushames" userId="ce71797e-895c-47df-af8e-c160254d5cef" providerId="ADAL" clId="{067FCE3D-3D41-4548-936F-F0A348C85C95}" dt="2025-10-12T08:14:42.046" v="1155" actId="478"/>
          <ac:picMkLst>
            <pc:docMk/>
            <pc:sldMk cId="121744597" sldId="261"/>
            <ac:picMk id="11" creationId="{2F158B6F-08A8-9857-B933-871DAA508ADE}"/>
          </ac:picMkLst>
        </pc:picChg>
        <pc:picChg chg="add mod">
          <ac:chgData name="Dave Sushames" userId="ce71797e-895c-47df-af8e-c160254d5cef" providerId="ADAL" clId="{067FCE3D-3D41-4548-936F-F0A348C85C95}" dt="2025-10-12T08:14:54.794" v="1161" actId="14100"/>
          <ac:picMkLst>
            <pc:docMk/>
            <pc:sldMk cId="121744597" sldId="261"/>
            <ac:picMk id="13" creationId="{50C02D80-6BF6-226F-5DB4-DF1CE00488D9}"/>
          </ac:picMkLst>
        </pc:picChg>
      </pc:sldChg>
      <pc:sldChg chg="addSp modSp mod">
        <pc:chgData name="Dave Sushames" userId="ce71797e-895c-47df-af8e-c160254d5cef" providerId="ADAL" clId="{067FCE3D-3D41-4548-936F-F0A348C85C95}" dt="2025-10-12T06:46:08.847" v="6" actId="14100"/>
        <pc:sldMkLst>
          <pc:docMk/>
          <pc:sldMk cId="262380355" sldId="262"/>
        </pc:sldMkLst>
        <pc:spChg chg="mod">
          <ac:chgData name="Dave Sushames" userId="ce71797e-895c-47df-af8e-c160254d5cef" providerId="ADAL" clId="{067FCE3D-3D41-4548-936F-F0A348C85C95}" dt="2025-10-12T06:45:29.085" v="1" actId="14100"/>
          <ac:spMkLst>
            <pc:docMk/>
            <pc:sldMk cId="262380355" sldId="262"/>
            <ac:spMk id="3" creationId="{F23FAE4F-801A-179E-B327-79653D7D3A90}"/>
          </ac:spMkLst>
        </pc:spChg>
        <pc:picChg chg="add mod">
          <ac:chgData name="Dave Sushames" userId="ce71797e-895c-47df-af8e-c160254d5cef" providerId="ADAL" clId="{067FCE3D-3D41-4548-936F-F0A348C85C95}" dt="2025-10-12T06:46:08.847" v="6" actId="14100"/>
          <ac:picMkLst>
            <pc:docMk/>
            <pc:sldMk cId="262380355" sldId="262"/>
            <ac:picMk id="7" creationId="{9B68A36A-6F78-E2E4-B901-C40D428AC381}"/>
          </ac:picMkLst>
        </pc:picChg>
      </pc:sldChg>
      <pc:sldChg chg="addSp delSp modSp mod">
        <pc:chgData name="Dave Sushames" userId="ce71797e-895c-47df-af8e-c160254d5cef" providerId="ADAL" clId="{067FCE3D-3D41-4548-936F-F0A348C85C95}" dt="2025-10-12T07:25:45.289" v="54" actId="1076"/>
        <pc:sldMkLst>
          <pc:docMk/>
          <pc:sldMk cId="4113579959" sldId="264"/>
        </pc:sldMkLst>
        <pc:spChg chg="add del">
          <ac:chgData name="Dave Sushames" userId="ce71797e-895c-47df-af8e-c160254d5cef" providerId="ADAL" clId="{067FCE3D-3D41-4548-936F-F0A348C85C95}" dt="2025-10-12T07:24:32.487" v="40"/>
          <ac:spMkLst>
            <pc:docMk/>
            <pc:sldMk cId="4113579959" sldId="264"/>
            <ac:spMk id="3" creationId="{1D792F9E-8EC8-41E6-FA3F-0C0D45503683}"/>
          </ac:spMkLst>
        </pc:spChg>
        <pc:picChg chg="add del mod ord">
          <ac:chgData name="Dave Sushames" userId="ce71797e-895c-47df-af8e-c160254d5cef" providerId="ADAL" clId="{067FCE3D-3D41-4548-936F-F0A348C85C95}" dt="2025-10-12T07:24:06.802" v="39" actId="22"/>
          <ac:picMkLst>
            <pc:docMk/>
            <pc:sldMk cId="4113579959" sldId="264"/>
            <ac:picMk id="5" creationId="{C9FBAA2A-745A-51A4-A0D9-D97A8666207C}"/>
          </ac:picMkLst>
        </pc:picChg>
        <pc:picChg chg="add mod">
          <ac:chgData name="Dave Sushames" userId="ce71797e-895c-47df-af8e-c160254d5cef" providerId="ADAL" clId="{067FCE3D-3D41-4548-936F-F0A348C85C95}" dt="2025-10-12T07:25:36.040" v="50" actId="1076"/>
          <ac:picMkLst>
            <pc:docMk/>
            <pc:sldMk cId="4113579959" sldId="264"/>
            <ac:picMk id="6" creationId="{B71DEAC7-890C-0D53-7DD3-FDCA0104B75A}"/>
          </ac:picMkLst>
        </pc:picChg>
        <pc:picChg chg="add mod">
          <ac:chgData name="Dave Sushames" userId="ce71797e-895c-47df-af8e-c160254d5cef" providerId="ADAL" clId="{067FCE3D-3D41-4548-936F-F0A348C85C95}" dt="2025-10-12T07:25:45.017" v="53" actId="1076"/>
          <ac:picMkLst>
            <pc:docMk/>
            <pc:sldMk cId="4113579959" sldId="264"/>
            <ac:picMk id="8" creationId="{48ABCB00-3AD2-BFC4-B6A2-C38FCB6B977A}"/>
          </ac:picMkLst>
        </pc:picChg>
        <pc:picChg chg="add mod">
          <ac:chgData name="Dave Sushames" userId="ce71797e-895c-47df-af8e-c160254d5cef" providerId="ADAL" clId="{067FCE3D-3D41-4548-936F-F0A348C85C95}" dt="2025-10-12T07:25:45.289" v="54" actId="1076"/>
          <ac:picMkLst>
            <pc:docMk/>
            <pc:sldMk cId="4113579959" sldId="264"/>
            <ac:picMk id="10" creationId="{54C4A90F-496E-06EC-3860-89DC3CE1695C}"/>
          </ac:picMkLst>
        </pc:picChg>
      </pc:sldChg>
      <pc:sldChg chg="addSp modSp mod">
        <pc:chgData name="Dave Sushames" userId="ce71797e-895c-47df-af8e-c160254d5cef" providerId="ADAL" clId="{067FCE3D-3D41-4548-936F-F0A348C85C95}" dt="2025-10-12T07:26:37.567" v="60" actId="14100"/>
        <pc:sldMkLst>
          <pc:docMk/>
          <pc:sldMk cId="1155972948" sldId="265"/>
        </pc:sldMkLst>
        <pc:picChg chg="add mod">
          <ac:chgData name="Dave Sushames" userId="ce71797e-895c-47df-af8e-c160254d5cef" providerId="ADAL" clId="{067FCE3D-3D41-4548-936F-F0A348C85C95}" dt="2025-10-12T07:26:37.567" v="60" actId="14100"/>
          <ac:picMkLst>
            <pc:docMk/>
            <pc:sldMk cId="1155972948" sldId="265"/>
            <ac:picMk id="4" creationId="{42789183-C088-58E6-2F05-0262B299D6B8}"/>
          </ac:picMkLst>
        </pc:picChg>
      </pc:sldChg>
      <pc:sldChg chg="addSp delSp modSp mod">
        <pc:chgData name="Dave Sushames" userId="ce71797e-895c-47df-af8e-c160254d5cef" providerId="ADAL" clId="{067FCE3D-3D41-4548-936F-F0A348C85C95}" dt="2025-10-12T07:34:59.313" v="420" actId="14100"/>
        <pc:sldMkLst>
          <pc:docMk/>
          <pc:sldMk cId="2630173749" sldId="266"/>
        </pc:sldMkLst>
        <pc:spChg chg="mod">
          <ac:chgData name="Dave Sushames" userId="ce71797e-895c-47df-af8e-c160254d5cef" providerId="ADAL" clId="{067FCE3D-3D41-4548-936F-F0A348C85C95}" dt="2025-10-12T07:34:55.436" v="418" actId="1076"/>
          <ac:spMkLst>
            <pc:docMk/>
            <pc:sldMk cId="2630173749" sldId="266"/>
            <ac:spMk id="3" creationId="{E24248B4-502C-A4ED-AF3F-AD9EE62AFB43}"/>
          </ac:spMkLst>
        </pc:spChg>
        <pc:picChg chg="add del mod">
          <ac:chgData name="Dave Sushames" userId="ce71797e-895c-47df-af8e-c160254d5cef" providerId="ADAL" clId="{067FCE3D-3D41-4548-936F-F0A348C85C95}" dt="2025-10-12T07:32:23.825" v="203" actId="478"/>
          <ac:picMkLst>
            <pc:docMk/>
            <pc:sldMk cId="2630173749" sldId="266"/>
            <ac:picMk id="4" creationId="{F2D8C07A-C620-0A21-8FC7-4BD9F4E4B52B}"/>
          </ac:picMkLst>
        </pc:picChg>
        <pc:picChg chg="add del mod">
          <ac:chgData name="Dave Sushames" userId="ce71797e-895c-47df-af8e-c160254d5cef" providerId="ADAL" clId="{067FCE3D-3D41-4548-936F-F0A348C85C95}" dt="2025-10-12T07:32:24.698" v="204" actId="478"/>
          <ac:picMkLst>
            <pc:docMk/>
            <pc:sldMk cId="2630173749" sldId="266"/>
            <ac:picMk id="5" creationId="{3A90D953-D114-84AC-1E2C-91DB18EF99DD}"/>
          </ac:picMkLst>
        </pc:picChg>
        <pc:picChg chg="add mod">
          <ac:chgData name="Dave Sushames" userId="ce71797e-895c-47df-af8e-c160254d5cef" providerId="ADAL" clId="{067FCE3D-3D41-4548-936F-F0A348C85C95}" dt="2025-10-12T07:34:59.313" v="420" actId="14100"/>
          <ac:picMkLst>
            <pc:docMk/>
            <pc:sldMk cId="2630173749" sldId="266"/>
            <ac:picMk id="6" creationId="{257AABD9-38E5-6F91-2E7E-DD7FC00895E3}"/>
          </ac:picMkLst>
        </pc:picChg>
      </pc:sldChg>
      <pc:sldChg chg="addSp modSp mod">
        <pc:chgData name="Dave Sushames" userId="ce71797e-895c-47df-af8e-c160254d5cef" providerId="ADAL" clId="{067FCE3D-3D41-4548-936F-F0A348C85C95}" dt="2025-10-12T07:46:56.245" v="669" actId="5793"/>
        <pc:sldMkLst>
          <pc:docMk/>
          <pc:sldMk cId="1913538684" sldId="267"/>
        </pc:sldMkLst>
        <pc:spChg chg="mod">
          <ac:chgData name="Dave Sushames" userId="ce71797e-895c-47df-af8e-c160254d5cef" providerId="ADAL" clId="{067FCE3D-3D41-4548-936F-F0A348C85C95}" dt="2025-10-12T07:46:56.245" v="669" actId="5793"/>
          <ac:spMkLst>
            <pc:docMk/>
            <pc:sldMk cId="1913538684" sldId="267"/>
            <ac:spMk id="3" creationId="{D95EFAFD-755F-5651-96A3-898AC8B90080}"/>
          </ac:spMkLst>
        </pc:spChg>
        <pc:spChg chg="add">
          <ac:chgData name="Dave Sushames" userId="ce71797e-895c-47df-af8e-c160254d5cef" providerId="ADAL" clId="{067FCE3D-3D41-4548-936F-F0A348C85C95}" dt="2025-10-12T07:39:02.494" v="663"/>
          <ac:spMkLst>
            <pc:docMk/>
            <pc:sldMk cId="1913538684" sldId="267"/>
            <ac:spMk id="4" creationId="{A0B49F76-5795-3F1E-855E-94291D56D47C}"/>
          </ac:spMkLst>
        </pc:spChg>
        <pc:picChg chg="add mod">
          <ac:chgData name="Dave Sushames" userId="ce71797e-895c-47df-af8e-c160254d5cef" providerId="ADAL" clId="{067FCE3D-3D41-4548-936F-F0A348C85C95}" dt="2025-10-12T07:40:17.983" v="668" actId="1076"/>
          <ac:picMkLst>
            <pc:docMk/>
            <pc:sldMk cId="1913538684" sldId="267"/>
            <ac:picMk id="6" creationId="{1E853417-F139-76B4-E97D-67D3C5A45756}"/>
          </ac:picMkLst>
        </pc:picChg>
      </pc:sldChg>
      <pc:sldChg chg="modSp mod">
        <pc:chgData name="Dave Sushames" userId="ce71797e-895c-47df-af8e-c160254d5cef" providerId="ADAL" clId="{067FCE3D-3D41-4548-936F-F0A348C85C95}" dt="2025-10-12T08:21:33.692" v="1236" actId="20577"/>
        <pc:sldMkLst>
          <pc:docMk/>
          <pc:sldMk cId="3344191263" sldId="268"/>
        </pc:sldMkLst>
        <pc:spChg chg="mod">
          <ac:chgData name="Dave Sushames" userId="ce71797e-895c-47df-af8e-c160254d5cef" providerId="ADAL" clId="{067FCE3D-3D41-4548-936F-F0A348C85C95}" dt="2025-10-12T08:21:33.692" v="1236" actId="20577"/>
          <ac:spMkLst>
            <pc:docMk/>
            <pc:sldMk cId="3344191263" sldId="268"/>
            <ac:spMk id="3" creationId="{F95F3A64-A6CD-B226-7855-2C318FC88B5E}"/>
          </ac:spMkLst>
        </pc:spChg>
      </pc:sldChg>
      <pc:sldChg chg="addSp delSp modSp mod">
        <pc:chgData name="Dave Sushames" userId="ce71797e-895c-47df-af8e-c160254d5cef" providerId="ADAL" clId="{067FCE3D-3D41-4548-936F-F0A348C85C95}" dt="2025-10-12T07:53:41.767" v="967" actId="22"/>
        <pc:sldMkLst>
          <pc:docMk/>
          <pc:sldMk cId="4020551322" sldId="269"/>
        </pc:sldMkLst>
        <pc:spChg chg="del">
          <ac:chgData name="Dave Sushames" userId="ce71797e-895c-47df-af8e-c160254d5cef" providerId="ADAL" clId="{067FCE3D-3D41-4548-936F-F0A348C85C95}" dt="2025-10-12T07:53:28.959" v="963" actId="22"/>
          <ac:spMkLst>
            <pc:docMk/>
            <pc:sldMk cId="4020551322" sldId="269"/>
            <ac:spMk id="3" creationId="{34ADAE1A-25A9-5D4C-9E2B-AF0EDDA66F6E}"/>
          </ac:spMkLst>
        </pc:spChg>
        <pc:spChg chg="add del mod">
          <ac:chgData name="Dave Sushames" userId="ce71797e-895c-47df-af8e-c160254d5cef" providerId="ADAL" clId="{067FCE3D-3D41-4548-936F-F0A348C85C95}" dt="2025-10-12T07:53:41.767" v="967" actId="22"/>
          <ac:spMkLst>
            <pc:docMk/>
            <pc:sldMk cId="4020551322" sldId="269"/>
            <ac:spMk id="9" creationId="{1017D5C7-BCBD-5DBB-CDDB-14F63705522E}"/>
          </ac:spMkLst>
        </pc:spChg>
        <pc:picChg chg="add del mod ord">
          <ac:chgData name="Dave Sushames" userId="ce71797e-895c-47df-af8e-c160254d5cef" providerId="ADAL" clId="{067FCE3D-3D41-4548-936F-F0A348C85C95}" dt="2025-10-12T07:53:40.282" v="966" actId="478"/>
          <ac:picMkLst>
            <pc:docMk/>
            <pc:sldMk cId="4020551322" sldId="269"/>
            <ac:picMk id="5" creationId="{B8A98460-6C28-FAFA-60D2-3ED4EC761A7A}"/>
          </ac:picMkLst>
        </pc:picChg>
        <pc:picChg chg="add del">
          <ac:chgData name="Dave Sushames" userId="ce71797e-895c-47df-af8e-c160254d5cef" providerId="ADAL" clId="{067FCE3D-3D41-4548-936F-F0A348C85C95}" dt="2025-10-12T07:53:38.833" v="965" actId="22"/>
          <ac:picMkLst>
            <pc:docMk/>
            <pc:sldMk cId="4020551322" sldId="269"/>
            <ac:picMk id="7" creationId="{91EBC3A3-BA9B-DF82-4C38-C2EB9DE4113D}"/>
          </ac:picMkLst>
        </pc:picChg>
        <pc:picChg chg="add mod ord">
          <ac:chgData name="Dave Sushames" userId="ce71797e-895c-47df-af8e-c160254d5cef" providerId="ADAL" clId="{067FCE3D-3D41-4548-936F-F0A348C85C95}" dt="2025-10-12T07:53:41.767" v="967" actId="22"/>
          <ac:picMkLst>
            <pc:docMk/>
            <pc:sldMk cId="4020551322" sldId="269"/>
            <ac:picMk id="11" creationId="{55C52A7E-23C7-DF55-5FA1-BB991E6ED9BB}"/>
          </ac:picMkLst>
        </pc:picChg>
      </pc:sldChg>
      <pc:sldChg chg="modSp mod">
        <pc:chgData name="Dave Sushames" userId="ce71797e-895c-47df-af8e-c160254d5cef" providerId="ADAL" clId="{067FCE3D-3D41-4548-936F-F0A348C85C95}" dt="2025-10-12T07:57:28.404" v="1132" actId="20577"/>
        <pc:sldMkLst>
          <pc:docMk/>
          <pc:sldMk cId="499917506" sldId="270"/>
        </pc:sldMkLst>
        <pc:spChg chg="mod">
          <ac:chgData name="Dave Sushames" userId="ce71797e-895c-47df-af8e-c160254d5cef" providerId="ADAL" clId="{067FCE3D-3D41-4548-936F-F0A348C85C95}" dt="2025-10-12T07:57:28.404" v="1132" actId="20577"/>
          <ac:spMkLst>
            <pc:docMk/>
            <pc:sldMk cId="499917506" sldId="270"/>
            <ac:spMk id="2" creationId="{F698CF08-B7B3-E7F1-C3E7-30061EF0B2FE}"/>
          </ac:spMkLst>
        </pc:spChg>
      </pc:sldChg>
      <pc:sldChg chg="addSp delSp modSp mod">
        <pc:chgData name="Dave Sushames" userId="ce71797e-895c-47df-af8e-c160254d5cef" providerId="ADAL" clId="{067FCE3D-3D41-4548-936F-F0A348C85C95}" dt="2025-10-12T06:48:41.355" v="34" actId="1076"/>
        <pc:sldMkLst>
          <pc:docMk/>
          <pc:sldMk cId="2373449628" sldId="271"/>
        </pc:sldMkLst>
        <pc:spChg chg="del">
          <ac:chgData name="Dave Sushames" userId="ce71797e-895c-47df-af8e-c160254d5cef" providerId="ADAL" clId="{067FCE3D-3D41-4548-936F-F0A348C85C95}" dt="2025-10-12T06:48:08.019" v="22" actId="22"/>
          <ac:spMkLst>
            <pc:docMk/>
            <pc:sldMk cId="2373449628" sldId="271"/>
            <ac:spMk id="3" creationId="{F5A3E1BD-C8B9-8816-4BFA-740580581E17}"/>
          </ac:spMkLst>
        </pc:spChg>
        <pc:spChg chg="add mod">
          <ac:chgData name="Dave Sushames" userId="ce71797e-895c-47df-af8e-c160254d5cef" providerId="ADAL" clId="{067FCE3D-3D41-4548-936F-F0A348C85C95}" dt="2025-10-12T06:48:24.450" v="26" actId="478"/>
          <ac:spMkLst>
            <pc:docMk/>
            <pc:sldMk cId="2373449628" sldId="271"/>
            <ac:spMk id="13" creationId="{90A2E484-A693-5C71-C395-468AC313B45D}"/>
          </ac:spMkLst>
        </pc:spChg>
        <pc:picChg chg="add del mod">
          <ac:chgData name="Dave Sushames" userId="ce71797e-895c-47df-af8e-c160254d5cef" providerId="ADAL" clId="{067FCE3D-3D41-4548-936F-F0A348C85C95}" dt="2025-10-12T06:46:58.926" v="16" actId="478"/>
          <ac:picMkLst>
            <pc:docMk/>
            <pc:sldMk cId="2373449628" sldId="271"/>
            <ac:picMk id="5" creationId="{DB96069D-76F5-27E7-6C29-AA9C25333789}"/>
          </ac:picMkLst>
        </pc:picChg>
        <pc:picChg chg="add del mod">
          <ac:chgData name="Dave Sushames" userId="ce71797e-895c-47df-af8e-c160254d5cef" providerId="ADAL" clId="{067FCE3D-3D41-4548-936F-F0A348C85C95}" dt="2025-10-12T06:48:03.033" v="21" actId="478"/>
          <ac:picMkLst>
            <pc:docMk/>
            <pc:sldMk cId="2373449628" sldId="271"/>
            <ac:picMk id="7" creationId="{4011E457-BEBB-8257-1F53-33C30E65C4D7}"/>
          </ac:picMkLst>
        </pc:picChg>
        <pc:picChg chg="add del">
          <ac:chgData name="Dave Sushames" userId="ce71797e-895c-47df-af8e-c160254d5cef" providerId="ADAL" clId="{067FCE3D-3D41-4548-936F-F0A348C85C95}" dt="2025-10-12T06:48:01.691" v="20" actId="22"/>
          <ac:picMkLst>
            <pc:docMk/>
            <pc:sldMk cId="2373449628" sldId="271"/>
            <ac:picMk id="9" creationId="{D4D4356D-0671-52B5-6C4D-DC20EA75FB82}"/>
          </ac:picMkLst>
        </pc:picChg>
        <pc:picChg chg="add del mod ord">
          <ac:chgData name="Dave Sushames" userId="ce71797e-895c-47df-af8e-c160254d5cef" providerId="ADAL" clId="{067FCE3D-3D41-4548-936F-F0A348C85C95}" dt="2025-10-12T06:48:24.450" v="26" actId="478"/>
          <ac:picMkLst>
            <pc:docMk/>
            <pc:sldMk cId="2373449628" sldId="271"/>
            <ac:picMk id="11" creationId="{C03AB8A8-CF5D-AE20-4B15-0156B4C73942}"/>
          </ac:picMkLst>
        </pc:picChg>
        <pc:picChg chg="add mod">
          <ac:chgData name="Dave Sushames" userId="ce71797e-895c-47df-af8e-c160254d5cef" providerId="ADAL" clId="{067FCE3D-3D41-4548-936F-F0A348C85C95}" dt="2025-10-12T06:48:41.355" v="34" actId="1076"/>
          <ac:picMkLst>
            <pc:docMk/>
            <pc:sldMk cId="2373449628" sldId="271"/>
            <ac:picMk id="15" creationId="{889D4B59-84C4-EFC7-67E5-B9DA94518DEA}"/>
          </ac:picMkLst>
        </pc:picChg>
      </pc:sldChg>
      <pc:sldChg chg="addSp delSp modSp new mod">
        <pc:chgData name="Dave Sushames" userId="ce71797e-895c-47df-af8e-c160254d5cef" providerId="ADAL" clId="{067FCE3D-3D41-4548-936F-F0A348C85C95}" dt="2025-10-12T08:16:34.352" v="1179" actId="14100"/>
        <pc:sldMkLst>
          <pc:docMk/>
          <pc:sldMk cId="303581048" sldId="272"/>
        </pc:sldMkLst>
        <pc:spChg chg="mod">
          <ac:chgData name="Dave Sushames" userId="ce71797e-895c-47df-af8e-c160254d5cef" providerId="ADAL" clId="{067FCE3D-3D41-4548-936F-F0A348C85C95}" dt="2025-10-12T07:58:29.287" v="1142" actId="20577"/>
          <ac:spMkLst>
            <pc:docMk/>
            <pc:sldMk cId="303581048" sldId="272"/>
            <ac:spMk id="2" creationId="{84EE108B-F3A8-8C8A-867D-D7B1F7A6E6CA}"/>
          </ac:spMkLst>
        </pc:spChg>
        <pc:picChg chg="add del mod">
          <ac:chgData name="Dave Sushames" userId="ce71797e-895c-47df-af8e-c160254d5cef" providerId="ADAL" clId="{067FCE3D-3D41-4548-936F-F0A348C85C95}" dt="2025-10-12T08:16:27.482" v="1178" actId="478"/>
          <ac:picMkLst>
            <pc:docMk/>
            <pc:sldMk cId="303581048" sldId="272"/>
            <ac:picMk id="5" creationId="{1145CB3F-E1C4-C4FB-8C3E-4660847E0278}"/>
          </ac:picMkLst>
        </pc:picChg>
        <pc:picChg chg="add mod">
          <ac:chgData name="Dave Sushames" userId="ce71797e-895c-47df-af8e-c160254d5cef" providerId="ADAL" clId="{067FCE3D-3D41-4548-936F-F0A348C85C95}" dt="2025-10-12T08:16:34.352" v="1179" actId="14100"/>
          <ac:picMkLst>
            <pc:docMk/>
            <pc:sldMk cId="303581048" sldId="272"/>
            <ac:picMk id="7" creationId="{796EAD39-12CD-9403-0C2B-543750419788}"/>
          </ac:picMkLst>
        </pc:picChg>
      </pc:sldChg>
      <pc:sldChg chg="addSp delSp modSp new mod">
        <pc:chgData name="Dave Sushames" userId="ce71797e-895c-47df-af8e-c160254d5cef" providerId="ADAL" clId="{067FCE3D-3D41-4548-936F-F0A348C85C95}" dt="2025-10-12T08:17:15.397" v="1182" actId="14100"/>
        <pc:sldMkLst>
          <pc:docMk/>
          <pc:sldMk cId="235160188" sldId="273"/>
        </pc:sldMkLst>
        <pc:spChg chg="mod">
          <ac:chgData name="Dave Sushames" userId="ce71797e-895c-47df-af8e-c160254d5cef" providerId="ADAL" clId="{067FCE3D-3D41-4548-936F-F0A348C85C95}" dt="2025-10-12T08:15:32.487" v="1173" actId="20577"/>
          <ac:spMkLst>
            <pc:docMk/>
            <pc:sldMk cId="235160188" sldId="273"/>
            <ac:spMk id="2" creationId="{4B7D04AF-7FE4-226E-A143-D89043A69AFC}"/>
          </ac:spMkLst>
        </pc:spChg>
        <pc:spChg chg="del">
          <ac:chgData name="Dave Sushames" userId="ce71797e-895c-47df-af8e-c160254d5cef" providerId="ADAL" clId="{067FCE3D-3D41-4548-936F-F0A348C85C95}" dt="2025-10-12T08:15:43.191" v="1174" actId="22"/>
          <ac:spMkLst>
            <pc:docMk/>
            <pc:sldMk cId="235160188" sldId="273"/>
            <ac:spMk id="3" creationId="{0CF0134F-73CA-7314-FA01-1373838B6837}"/>
          </ac:spMkLst>
        </pc:spChg>
        <pc:spChg chg="add mod">
          <ac:chgData name="Dave Sushames" userId="ce71797e-895c-47df-af8e-c160254d5cef" providerId="ADAL" clId="{067FCE3D-3D41-4548-936F-F0A348C85C95}" dt="2025-10-12T08:17:11.438" v="1180" actId="478"/>
          <ac:spMkLst>
            <pc:docMk/>
            <pc:sldMk cId="235160188" sldId="273"/>
            <ac:spMk id="7" creationId="{7C18CD41-88E4-E18B-3FA9-0EF8278CC019}"/>
          </ac:spMkLst>
        </pc:spChg>
        <pc:picChg chg="add del mod ord">
          <ac:chgData name="Dave Sushames" userId="ce71797e-895c-47df-af8e-c160254d5cef" providerId="ADAL" clId="{067FCE3D-3D41-4548-936F-F0A348C85C95}" dt="2025-10-12T08:17:11.438" v="1180" actId="478"/>
          <ac:picMkLst>
            <pc:docMk/>
            <pc:sldMk cId="235160188" sldId="273"/>
            <ac:picMk id="5" creationId="{4FC10799-3AB9-4C87-EC9B-8952EB85ADD5}"/>
          </ac:picMkLst>
        </pc:picChg>
        <pc:picChg chg="add mod">
          <ac:chgData name="Dave Sushames" userId="ce71797e-895c-47df-af8e-c160254d5cef" providerId="ADAL" clId="{067FCE3D-3D41-4548-936F-F0A348C85C95}" dt="2025-10-12T08:17:15.397" v="1182" actId="14100"/>
          <ac:picMkLst>
            <pc:docMk/>
            <pc:sldMk cId="235160188" sldId="273"/>
            <ac:picMk id="9" creationId="{157DAFFB-14FA-BB12-D561-E70551D6CFAE}"/>
          </ac:picMkLst>
        </pc:picChg>
      </pc:sldChg>
      <pc:sldChg chg="addSp delSp modSp new mod">
        <pc:chgData name="Dave Sushames" userId="ce71797e-895c-47df-af8e-c160254d5cef" providerId="ADAL" clId="{067FCE3D-3D41-4548-936F-F0A348C85C95}" dt="2025-10-12T08:18:11.301" v="1197" actId="14100"/>
        <pc:sldMkLst>
          <pc:docMk/>
          <pc:sldMk cId="1441284574" sldId="274"/>
        </pc:sldMkLst>
        <pc:spChg chg="mod">
          <ac:chgData name="Dave Sushames" userId="ce71797e-895c-47df-af8e-c160254d5cef" providerId="ADAL" clId="{067FCE3D-3D41-4548-936F-F0A348C85C95}" dt="2025-10-12T08:17:22.043" v="1191" actId="20577"/>
          <ac:spMkLst>
            <pc:docMk/>
            <pc:sldMk cId="1441284574" sldId="274"/>
            <ac:spMk id="2" creationId="{3660742D-D3D2-0A90-B697-18F55B256576}"/>
          </ac:spMkLst>
        </pc:spChg>
        <pc:spChg chg="del">
          <ac:chgData name="Dave Sushames" userId="ce71797e-895c-47df-af8e-c160254d5cef" providerId="ADAL" clId="{067FCE3D-3D41-4548-936F-F0A348C85C95}" dt="2025-10-12T08:17:45.696" v="1192" actId="22"/>
          <ac:spMkLst>
            <pc:docMk/>
            <pc:sldMk cId="1441284574" sldId="274"/>
            <ac:spMk id="3" creationId="{943CF016-7C71-E1F9-9E04-09F8527E4A88}"/>
          </ac:spMkLst>
        </pc:spChg>
        <pc:spChg chg="add mod">
          <ac:chgData name="Dave Sushames" userId="ce71797e-895c-47df-af8e-c160254d5cef" providerId="ADAL" clId="{067FCE3D-3D41-4548-936F-F0A348C85C95}" dt="2025-10-12T08:18:06.727" v="1195" actId="478"/>
          <ac:spMkLst>
            <pc:docMk/>
            <pc:sldMk cId="1441284574" sldId="274"/>
            <ac:spMk id="7" creationId="{98BAE2A4-7952-7CA0-924E-83CE93CF822D}"/>
          </ac:spMkLst>
        </pc:spChg>
        <pc:picChg chg="add del mod ord">
          <ac:chgData name="Dave Sushames" userId="ce71797e-895c-47df-af8e-c160254d5cef" providerId="ADAL" clId="{067FCE3D-3D41-4548-936F-F0A348C85C95}" dt="2025-10-12T08:18:06.727" v="1195" actId="478"/>
          <ac:picMkLst>
            <pc:docMk/>
            <pc:sldMk cId="1441284574" sldId="274"/>
            <ac:picMk id="5" creationId="{477EFCD6-09E3-EDD7-E3E7-FF9CB4027210}"/>
          </ac:picMkLst>
        </pc:picChg>
        <pc:picChg chg="add mod">
          <ac:chgData name="Dave Sushames" userId="ce71797e-895c-47df-af8e-c160254d5cef" providerId="ADAL" clId="{067FCE3D-3D41-4548-936F-F0A348C85C95}" dt="2025-10-12T08:18:11.301" v="1197" actId="14100"/>
          <ac:picMkLst>
            <pc:docMk/>
            <pc:sldMk cId="1441284574" sldId="274"/>
            <ac:picMk id="9" creationId="{507ACD9B-482A-41A7-253C-99B530944838}"/>
          </ac:picMkLst>
        </pc:picChg>
      </pc:sldChg>
      <pc:sldChg chg="addSp delSp modSp new mod">
        <pc:chgData name="Dave Sushames" userId="ce71797e-895c-47df-af8e-c160254d5cef" providerId="ADAL" clId="{067FCE3D-3D41-4548-936F-F0A348C85C95}" dt="2025-10-12T08:18:41.754" v="1209" actId="14100"/>
        <pc:sldMkLst>
          <pc:docMk/>
          <pc:sldMk cId="3171515894" sldId="275"/>
        </pc:sldMkLst>
        <pc:spChg chg="mod">
          <ac:chgData name="Dave Sushames" userId="ce71797e-895c-47df-af8e-c160254d5cef" providerId="ADAL" clId="{067FCE3D-3D41-4548-936F-F0A348C85C95}" dt="2025-10-12T08:18:18.358" v="1206" actId="20577"/>
          <ac:spMkLst>
            <pc:docMk/>
            <pc:sldMk cId="3171515894" sldId="275"/>
            <ac:spMk id="2" creationId="{A8455F7F-95AE-D54D-95BB-1A120503CEC5}"/>
          </ac:spMkLst>
        </pc:spChg>
        <pc:spChg chg="del">
          <ac:chgData name="Dave Sushames" userId="ce71797e-895c-47df-af8e-c160254d5cef" providerId="ADAL" clId="{067FCE3D-3D41-4548-936F-F0A348C85C95}" dt="2025-10-12T08:18:36.673" v="1207" actId="22"/>
          <ac:spMkLst>
            <pc:docMk/>
            <pc:sldMk cId="3171515894" sldId="275"/>
            <ac:spMk id="3" creationId="{86D83F03-0A2B-E5B7-520B-A23B0FDA2268}"/>
          </ac:spMkLst>
        </pc:spChg>
        <pc:picChg chg="add mod ord">
          <ac:chgData name="Dave Sushames" userId="ce71797e-895c-47df-af8e-c160254d5cef" providerId="ADAL" clId="{067FCE3D-3D41-4548-936F-F0A348C85C95}" dt="2025-10-12T08:18:41.754" v="1209" actId="14100"/>
          <ac:picMkLst>
            <pc:docMk/>
            <pc:sldMk cId="3171515894" sldId="275"/>
            <ac:picMk id="5" creationId="{E299E748-E08E-6DFC-CA83-678AF649F111}"/>
          </ac:picMkLst>
        </pc:picChg>
      </pc:sldChg>
      <pc:sldChg chg="addSp modSp new mod">
        <pc:chgData name="Dave Sushames" userId="ce71797e-895c-47df-af8e-c160254d5cef" providerId="ADAL" clId="{067FCE3D-3D41-4548-936F-F0A348C85C95}" dt="2025-10-12T08:20:21.355" v="1221" actId="14100"/>
        <pc:sldMkLst>
          <pc:docMk/>
          <pc:sldMk cId="86843363" sldId="276"/>
        </pc:sldMkLst>
        <pc:spChg chg="mod">
          <ac:chgData name="Dave Sushames" userId="ce71797e-895c-47df-af8e-c160254d5cef" providerId="ADAL" clId="{067FCE3D-3D41-4548-936F-F0A348C85C95}" dt="2025-10-12T08:18:57.863" v="1218" actId="20577"/>
          <ac:spMkLst>
            <pc:docMk/>
            <pc:sldMk cId="86843363" sldId="276"/>
            <ac:spMk id="2" creationId="{554C44E3-F2D9-9C61-F32B-DB4A528B7983}"/>
          </ac:spMkLst>
        </pc:spChg>
        <pc:picChg chg="add mod">
          <ac:chgData name="Dave Sushames" userId="ce71797e-895c-47df-af8e-c160254d5cef" providerId="ADAL" clId="{067FCE3D-3D41-4548-936F-F0A348C85C95}" dt="2025-10-12T08:20:21.355" v="1221" actId="14100"/>
          <ac:picMkLst>
            <pc:docMk/>
            <pc:sldMk cId="86843363" sldId="276"/>
            <ac:picMk id="5" creationId="{7C866F3C-E247-A1FE-041D-922BD663EE7D}"/>
          </ac:picMkLst>
        </pc:picChg>
      </pc:sldChg>
    </pc:docChg>
  </pc:docChgLst>
  <pc:docChgLst>
    <pc:chgData name="Dave Sushames" userId="ce71797e-895c-47df-af8e-c160254d5cef" providerId="ADAL" clId="{09E3D1C6-ADE1-4028-8AAE-A09EF0552160}"/>
    <pc:docChg chg="undo custSel modSld">
      <pc:chgData name="Dave Sushames" userId="ce71797e-895c-47df-af8e-c160254d5cef" providerId="ADAL" clId="{09E3D1C6-ADE1-4028-8AAE-A09EF0552160}" dt="2025-10-07T02:31:58.574" v="5" actId="22"/>
      <pc:docMkLst>
        <pc:docMk/>
      </pc:docMkLst>
      <pc:sldChg chg="addSp delSp modSp mod">
        <pc:chgData name="Dave Sushames" userId="ce71797e-895c-47df-af8e-c160254d5cef" providerId="ADAL" clId="{09E3D1C6-ADE1-4028-8AAE-A09EF0552160}" dt="2025-10-07T02:31:58.574" v="5" actId="22"/>
        <pc:sldMkLst>
          <pc:docMk/>
          <pc:sldMk cId="2630173749" sldId="266"/>
        </pc:sldMkLst>
        <pc:spChg chg="add del">
          <ac:chgData name="Dave Sushames" userId="ce71797e-895c-47df-af8e-c160254d5cef" providerId="ADAL" clId="{09E3D1C6-ADE1-4028-8AAE-A09EF0552160}" dt="2025-10-07T02:31:58.574" v="5" actId="22"/>
          <ac:spMkLst>
            <pc:docMk/>
            <pc:sldMk cId="2630173749" sldId="266"/>
            <ac:spMk id="3" creationId="{E24248B4-502C-A4ED-AF3F-AD9EE62AFB4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3264F-E92E-509D-690F-20FDB88889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1C3975-3946-DEAC-DBEE-DF6257C57E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3F4DA0-F916-7F7C-2CF3-E15A812AD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0F4A6-6967-BA54-2D82-E3FFF98F4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5E423-0335-F8C4-34F3-D82FD6CF1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93501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C5EC0-9CEE-B5ED-7B5A-8BA24EE78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2CB29-5BD3-C943-D2B0-92222E0780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2ECC6F-7A45-468B-27E8-1F4FB7921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6F07B-9574-0907-6677-3351F736A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0AB7DA-2340-EE43-056E-522987BD6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03414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E6037-0257-F6D5-9A54-19E876ED3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3615C-6567-73AB-6C29-14226E521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9D893-A1C4-281B-82FD-4371F28E6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E5E0D-CA20-9C5F-CB3C-9A1E1536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633B24-FE0C-4D88-462E-95F9414A5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29424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5A63B-CC5B-9585-FA77-CC94AE90F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21734-7228-4A8B-8379-0805000879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3BAFCC-9683-1D0F-FD49-4B141972D8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C0602F-2922-AB74-080E-CE22F05CA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CE2AE9-B4FC-750C-7AD9-7EBE3A25D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7BDC5E-D3FC-5F2A-69EF-7DEE7B563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567645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A0011-F1B6-A883-4259-A98C02D7B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C9F6A-0CC9-2277-B10B-9A4A56A601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D3FEA7-DE40-BDB1-C19E-DDE0FE7C95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BE1772-1B4B-32B0-E030-489094FF6D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DB0CD1-4DD8-4692-A5DA-E1BC872298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E25BDF-C6B0-5704-F5DD-9F8592648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E5CC00-B2A8-8F51-78E6-EF56DF417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E5D659-903E-D8D6-4ADE-6C16B1039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946017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9E755-7818-A79E-E323-531118C52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AD19CF-CE5C-08F7-C2F3-AE06FDAC7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8E87BA-84A9-0F28-C3B4-E404231D6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1C7678-EF3F-0BF7-A944-42B239521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22014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315560-8242-B56C-08F5-5475D3279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C4FCAF-DBA9-00C5-0B43-54B293861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85BB8D-4D6A-CD1A-45F7-312F5971C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573447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218EE-0393-1969-0BFD-F7057BA84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A964D-000E-3F87-32CE-FA6B38627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97EF81-A055-CE79-19E8-4C4907BC0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759A6-EDDF-1F70-6ABF-EACC8F14A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D4F630-205E-13FD-6556-4F2480CB4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9D6499-175E-37D8-D5BE-0E38E2164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34437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4019A-E944-64FE-CC35-1A52D85A3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8D53F9-6026-C9BB-5F38-463482BB3B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BA61D4-A5D8-2E2A-5D44-599FFAB19D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89227D-8452-D090-1DB5-1797A44AE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3C83F5-D616-5DC8-E8D0-7A7F40E94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1D40F4-9DC9-C334-1BC8-F2323FF09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37666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94BF8-2D4A-0548-DE84-4B5747EE4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35C3B0-9354-DBA8-32A3-27EAF66B78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86D3A-32A8-E009-170A-9DC498FD8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324C5-C99B-FECF-26F0-8D1473E58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37F2BA-24B7-B3F7-734B-7447D984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967952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35E781-31FD-DCE0-7E9F-9FE6CFFEB1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FE6225-ACBA-BB65-32DD-8C6AEDF7C8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0D16E0-12AB-BD74-B284-C02E83CDE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16C3A1-277A-ACF8-0E03-AD9FAC6F5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E778A-0B77-DEF2-810B-7D0E72C7E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5529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FABE34-357E-67C1-411D-1AADE5ACE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1A2568-7862-B5DB-127C-4C5AE540C6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341E1A-E2DC-39E6-8BFB-B5B9DD0A82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3D5B50-E1C4-13DF-4776-AE4165D3A8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6657F1-1A4E-EDAD-4EAB-B22541C0B0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410688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8549C-EBBF-A5F2-C78B-B4D6483AF8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Z" dirty="0">
                <a:latin typeface="Stencil" panose="040409050D0802020404" pitchFamily="82" charset="0"/>
              </a:rPr>
              <a:t>FULL METAL LIBRARY</a:t>
            </a:r>
            <a:br>
              <a:rPr lang="en-NZ" dirty="0">
                <a:latin typeface="Stencil" panose="040409050D0802020404" pitchFamily="82" charset="0"/>
              </a:rPr>
            </a:br>
            <a:r>
              <a:rPr lang="en-NZ" sz="4400" dirty="0"/>
              <a:t>SD6503 Final Presentation</a:t>
            </a:r>
            <a:endParaRPr lang="en-NZ" sz="4400" dirty="0">
              <a:latin typeface="Stencil" panose="040409050D0802020404" pitchFamily="8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800B5C-AD72-28C1-6BE2-C32B0AB04A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45314"/>
            <a:ext cx="9144000" cy="1655762"/>
          </a:xfrm>
        </p:spPr>
        <p:txBody>
          <a:bodyPr/>
          <a:lstStyle/>
          <a:p>
            <a:r>
              <a:rPr lang="en-US" dirty="0"/>
              <a:t>Dave Sushames</a:t>
            </a:r>
          </a:p>
          <a:p>
            <a:r>
              <a:rPr lang="en-US" dirty="0"/>
              <a:t>Sachith Samarasinghe</a:t>
            </a:r>
          </a:p>
          <a:p>
            <a:r>
              <a:rPr lang="en-US" dirty="0"/>
              <a:t>Shontelle Steeg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4169445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3FDA9-C16B-2A93-5442-841FB6020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771DCA-505F-5CBB-FA90-2B8053CAE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NZ" dirty="0"/>
              <a:t>Our app is a secure web-based library management system for managing books, authors, and administrator accounts with full CRUD features and authentications.</a:t>
            </a:r>
          </a:p>
        </p:txBody>
      </p:sp>
    </p:spTree>
    <p:extLst>
      <p:ext uri="{BB962C8B-B14F-4D97-AF65-F5344CB8AC3E}">
        <p14:creationId xmlns:p14="http://schemas.microsoft.com/office/powerpoint/2010/main" val="670477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F00D2-8529-17E7-349E-ADF20C425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64567-579B-2D49-D792-EC0ECDCB4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6207F-D462-2F3E-18AF-54E940AF7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/>
              <a:t>Full CRUD operations for all the pages </a:t>
            </a:r>
          </a:p>
          <a:p>
            <a:r>
              <a:rPr lang="en-NZ" dirty="0"/>
              <a:t>Search Books, Authors, Admins.</a:t>
            </a:r>
          </a:p>
          <a:p>
            <a:r>
              <a:rPr lang="en-NZ" dirty="0"/>
              <a:t>Sorting by Name or Title (A-Z and Z-A). </a:t>
            </a:r>
          </a:p>
          <a:p>
            <a:endParaRPr lang="en-NZ" dirty="0"/>
          </a:p>
          <a:p>
            <a:endParaRPr lang="en-NZ" dirty="0"/>
          </a:p>
          <a:p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493032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CF08-B7B3-E7F1-C3E7-30061EF0B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Advanced Features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09994-70AB-E4D7-37D7-F773DA2CC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/>
              <a:t>Implemented Validations for all the pages.</a:t>
            </a:r>
          </a:p>
          <a:p>
            <a:r>
              <a:rPr lang="en-NZ" dirty="0"/>
              <a:t>Session based authentication for Login/Logout.</a:t>
            </a:r>
          </a:p>
          <a:p>
            <a:r>
              <a:rPr lang="en-NZ" dirty="0"/>
              <a:t>Password Hashing </a:t>
            </a:r>
          </a:p>
          <a:p>
            <a:r>
              <a:rPr lang="en-NZ" dirty="0"/>
              <a:t>Account Activation and Deactivation </a:t>
            </a:r>
          </a:p>
          <a:p>
            <a:r>
              <a:rPr lang="en-NZ" dirty="0"/>
              <a:t>Strong password requirements </a:t>
            </a:r>
          </a:p>
          <a:p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499917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1F62D-6CCB-4CFA-1EBB-8138F7E88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405C3-837C-DA69-F591-94AA041D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ER Diagram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A9AECE5-21A9-2904-B18D-26EEB20BB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8785" y="1395663"/>
            <a:ext cx="8054215" cy="509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555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35E0-BB61-2E2C-D836-06DF6E7BA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E5BBE-6AB1-6499-AE58-4E94EA136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User Stories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AFBFB2E-0301-77B4-125B-7835C2A2C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0C02D80-6BF6-226F-5DB4-DF1CE0048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56117"/>
            <a:ext cx="10515600" cy="4753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44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E108B-F3A8-8C8A-867D-D7B1F7A6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1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5B217-F284-581B-675F-4130AEE00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6EAD39-12CD-9403-0C2B-543750419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810" y="1825625"/>
            <a:ext cx="7192379" cy="4732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81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D04AF-7FE4-226E-A143-D89043A69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2</a:t>
            </a:r>
            <a:endParaRPr lang="en-NZ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C18CD41-88E4-E18B-3FA9-0EF8278CC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57DAFFB-14FA-BB12-D561-E70551D6C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15" y="1347537"/>
            <a:ext cx="8383170" cy="506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60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0742D-D3D2-0A90-B697-18F55B256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3</a:t>
            </a:r>
            <a:endParaRPr lang="en-NZ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BAE2A4-7952-7CA0-924E-83CE93CF82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7ACD9B-482A-41A7-253C-99B530944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283" y="1280159"/>
            <a:ext cx="8659433" cy="5497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284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55F7F-95AE-D54D-95BB-1A120503C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4</a:t>
            </a:r>
            <a:endParaRPr lang="en-NZ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299E748-E08E-6DFC-CA83-678AF649F1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9333" y="1309036"/>
            <a:ext cx="9166957" cy="532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515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C44E3-F2D9-9C61-F32B-DB4A528B7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5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8C9FB-7760-BC10-A5DD-2719FAA9C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866F3C-E247-A1FE-041D-922BD663E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868" y="1232034"/>
            <a:ext cx="7430537" cy="54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43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FC120-B61E-81A0-9F23-20E2FDDCF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87C5-7E4D-2D94-A725-682AE52EE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Testing BBT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FAE4F-801A-179E-B327-79653D7D3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6325"/>
            <a:ext cx="10515600" cy="5056549"/>
          </a:xfrm>
        </p:spPr>
        <p:txBody>
          <a:bodyPr/>
          <a:lstStyle/>
          <a:p>
            <a:endParaRPr lang="en-NZ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8A36A-6F78-E2E4-B901-C40D428AC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36325"/>
            <a:ext cx="10519765" cy="462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80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1FA52-B779-FD9D-307E-308C55806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Testing WBT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0A2E484-A693-5C71-C395-468AC313B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89D4B59-84C4-EFC7-67E5-B9DA9451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383" y="1471744"/>
            <a:ext cx="11377061" cy="4574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449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2FE3F-CB9B-43AF-6AEA-90F4A7D85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6B266-5F5E-6BE5-9633-E9ED29B84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Unit Tests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14738AC-5827-DAA3-7669-907C8547224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0130833"/>
              </p:ext>
            </p:extLst>
          </p:nvPr>
        </p:nvGraphicFramePr>
        <p:xfrm>
          <a:off x="838200" y="1276985"/>
          <a:ext cx="10515600" cy="530155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2603567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316273911"/>
                    </a:ext>
                  </a:extLst>
                </a:gridCol>
              </a:tblGrid>
              <a:tr h="446693">
                <a:tc>
                  <a:txBody>
                    <a:bodyPr/>
                    <a:lstStyle/>
                    <a:p>
                      <a:pPr algn="ctr"/>
                      <a:r>
                        <a:rPr lang="en-NZ" sz="2400" dirty="0"/>
                        <a:t>FMLCOntrollerUnitTest.cs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sz="2400" dirty="0" err="1"/>
                        <a:t>FMLModelUnitTesting.cs</a:t>
                      </a:r>
                      <a:endParaRPr lang="en-NZ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9318864"/>
                  </a:ext>
                </a:extLst>
              </a:tr>
              <a:tr h="541940">
                <a:tc>
                  <a:txBody>
                    <a:bodyPr/>
                    <a:lstStyle/>
                    <a:p>
                      <a:r>
                        <a:rPr lang="en-NZ" dirty="0"/>
                        <a:t>HomeController =  Page rendering and error handling.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RegisterViewModel = Admin registration validation.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8362453"/>
                  </a:ext>
                </a:extLst>
              </a:tr>
              <a:tr h="541940">
                <a:tc>
                  <a:txBody>
                    <a:bodyPr/>
                    <a:lstStyle/>
                    <a:p>
                      <a:r>
                        <a:rPr lang="en-NZ" dirty="0"/>
                        <a:t>BooksController =  Full CRUD operations , search, sorting  and validation.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LoginViewModel = Login  Validation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6540094"/>
                  </a:ext>
                </a:extLst>
              </a:tr>
              <a:tr h="541940">
                <a:tc>
                  <a:txBody>
                    <a:bodyPr/>
                    <a:lstStyle/>
                    <a:p>
                      <a:r>
                        <a:rPr lang="en-NZ" dirty="0"/>
                        <a:t>AuthorController = Author management ad data validation.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BookModel = Book data validation and constraints.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4818270"/>
                  </a:ext>
                </a:extLst>
              </a:tr>
              <a:tr h="541940">
                <a:tc>
                  <a:txBody>
                    <a:bodyPr/>
                    <a:lstStyle/>
                    <a:p>
                      <a:r>
                        <a:rPr lang="en-NZ" dirty="0"/>
                        <a:t>AdminController = Authentication, registration, login, password validation.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AuthorModel = Authors name validation and formatting.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8013425"/>
                  </a:ext>
                </a:extLst>
              </a:tr>
              <a:tr h="541940">
                <a:tc>
                  <a:txBody>
                    <a:bodyPr/>
                    <a:lstStyle/>
                    <a:p>
                      <a:r>
                        <a:rPr lang="en-NZ" dirty="0"/>
                        <a:t>TestPageController = Data retrieval and view  model integration.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AdminsModel = Addmin account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747910"/>
                  </a:ext>
                </a:extLst>
              </a:tr>
              <a:tr h="541940">
                <a:tc>
                  <a:txBody>
                    <a:bodyPr/>
                    <a:lstStyle/>
                    <a:p>
                      <a:endParaRPr lang="en-N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SeedData = Database initialization and du[;</a:t>
                      </a:r>
                      <a:r>
                        <a:rPr lang="en-NZ" dirty="0" err="1"/>
                        <a:t>ication</a:t>
                      </a:r>
                      <a:r>
                        <a:rPr lang="en-NZ" dirty="0"/>
                        <a:t> prevention.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5039368"/>
                  </a:ext>
                </a:extLst>
              </a:tr>
              <a:tr h="501936">
                <a:tc>
                  <a:txBody>
                    <a:bodyPr/>
                    <a:lstStyle/>
                    <a:p>
                      <a:endParaRPr lang="en-N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PasswordHelper = Hashing and verification 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0171968"/>
                  </a:ext>
                </a:extLst>
              </a:tr>
              <a:tr h="501936">
                <a:tc>
                  <a:txBody>
                    <a:bodyPr/>
                    <a:lstStyle/>
                    <a:p>
                      <a:endParaRPr lang="en-N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ErrorViewModel = Error page data handling.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87754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2553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E9B6F-69F2-D404-C88B-3A1708D97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A136F-5311-7E41-587D-793B5A825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Selenium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71DEAC7-890C-0D53-7DD3-FDCA0104B7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36656" y="4338025"/>
            <a:ext cx="6208551" cy="22226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ABCB00-3AD2-BFC4-B6A2-C38FCB6B9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193" y="1471028"/>
            <a:ext cx="4772691" cy="47822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C4A90F-496E-06EC-3860-89DC3CE16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6656" y="154869"/>
            <a:ext cx="5757026" cy="397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79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0F141-39C8-F5C0-0C26-7B051A8E6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55ACB-0F50-1570-C225-6A1F5B148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JMeter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6B5A8-FD74-EEC8-7E6B-B5A9D35A5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789183-C088-58E6-2F05-0262B299D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14895"/>
            <a:ext cx="10488020" cy="436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972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AB85E-1E6E-E131-1D07-4DBCB0D75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CE0E8-3DC2-97F1-47B8-C12A4F201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Vulnerabilities + How we fixed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248B4-502C-A4ED-AF3F-AD9EE62AF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4033" y="1834679"/>
            <a:ext cx="10882264" cy="4351338"/>
          </a:xfrm>
        </p:spPr>
        <p:txBody>
          <a:bodyPr/>
          <a:lstStyle/>
          <a:p>
            <a:pPr marL="0" indent="0">
              <a:buNone/>
            </a:pPr>
            <a:r>
              <a:rPr lang="en-NZ" dirty="0"/>
              <a:t>A07:2021 Identification and Authentication Failures.</a:t>
            </a:r>
          </a:p>
          <a:p>
            <a:pPr marL="0" indent="0">
              <a:buNone/>
            </a:pPr>
            <a:r>
              <a:rPr lang="en-NZ" sz="2000" dirty="0"/>
              <a:t>Fixed by hashing the passwords and having sessions be limited to 30 minutes before logging out.</a:t>
            </a:r>
          </a:p>
          <a:p>
            <a:pPr marL="0" indent="0">
              <a:buNone/>
            </a:pPr>
            <a:endParaRPr lang="en-NZ" dirty="0"/>
          </a:p>
          <a:p>
            <a:pPr marL="0" indent="0">
              <a:buNone/>
            </a:pPr>
            <a:r>
              <a:rPr lang="en-NZ" dirty="0"/>
              <a:t>AO3:2021: Injection</a:t>
            </a:r>
          </a:p>
          <a:p>
            <a:pPr marL="0" indent="0">
              <a:buNone/>
            </a:pPr>
            <a:r>
              <a:rPr lang="en-NZ" sz="2000" dirty="0"/>
              <a:t>Fixed by including input validation and automatic HTML encoding.</a:t>
            </a:r>
          </a:p>
          <a:p>
            <a:pPr marL="0" indent="0">
              <a:buNone/>
            </a:pPr>
            <a:endParaRPr lang="en-NZ" sz="2000" dirty="0"/>
          </a:p>
          <a:p>
            <a:pPr marL="0" indent="0">
              <a:buNone/>
            </a:pPr>
            <a:r>
              <a:rPr lang="en-NZ" dirty="0"/>
              <a:t>A01:2021: Broken Access Control</a:t>
            </a:r>
          </a:p>
          <a:p>
            <a:pPr marL="0" indent="0">
              <a:buNone/>
            </a:pPr>
            <a:r>
              <a:rPr lang="en-NZ" sz="2000" dirty="0"/>
              <a:t>Fixed by forcibly redirecting unauthenticated in users to the login page.</a:t>
            </a:r>
          </a:p>
          <a:p>
            <a:pPr marL="0" indent="0">
              <a:buNone/>
            </a:pPr>
            <a:endParaRPr lang="en-NZ" sz="2000" dirty="0"/>
          </a:p>
          <a:p>
            <a:pPr marL="0" indent="0">
              <a:buNone/>
            </a:pPr>
            <a:endParaRPr lang="en-NZ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7AABD9-38E5-6F91-2E7E-DD7FC0089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187" y="2705476"/>
            <a:ext cx="3722766" cy="3016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73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EBB82-56C2-52F5-5279-AE25F78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DABB8-F401-78A1-F3DE-B217C8CCF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Issues/Challenges faced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EFAFD-755F-5651-96A3-898AC8B900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/>
              <a:t>Faced challenges while completing Unit and Automation testing.</a:t>
            </a:r>
          </a:p>
          <a:p>
            <a:r>
              <a:rPr lang="en-NZ" dirty="0"/>
              <a:t>Challenges faced with Git while uploading files and merging them with our repository. Happened numerous times.</a:t>
            </a:r>
          </a:p>
          <a:p>
            <a:r>
              <a:rPr lang="en-NZ" dirty="0"/>
              <a:t>Had an issue where the app was trying to use the </a:t>
            </a:r>
            <a:r>
              <a:rPr lang="en-NZ" dirty="0" err="1"/>
              <a:t>filepath</a:t>
            </a:r>
            <a:r>
              <a:rPr lang="en-NZ" dirty="0"/>
              <a:t> of the last person who edited, instead of the current user.</a:t>
            </a:r>
          </a:p>
          <a:p>
            <a:pPr marL="0" indent="0">
              <a:buNone/>
            </a:pPr>
            <a:endParaRPr lang="en-NZ" dirty="0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A0B49F76-5795-3F1E-855E-94291D56D4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NZ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853417-F139-76B4-E97D-67D3C5A45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42" y="5587534"/>
            <a:ext cx="11534115" cy="1046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538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F462B-1F43-5E7F-38D9-9BBDB1F60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84272-C502-5395-AC27-03BF1AB68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The Good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F3A64-A6CD-B226-7855-2C318FC88B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Everyone worked together well.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made good progress, the app was finished at the end of sprint 2.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each had our own strengths and used them accordingly.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didn’t hate each other by the end of the project (massive win)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NZ" dirty="0"/>
              <a:t>Everyone did their assigned work :)</a:t>
            </a:r>
          </a:p>
        </p:txBody>
      </p:sp>
    </p:spTree>
    <p:extLst>
      <p:ext uri="{BB962C8B-B14F-4D97-AF65-F5344CB8AC3E}">
        <p14:creationId xmlns:p14="http://schemas.microsoft.com/office/powerpoint/2010/main" val="33441912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CF806-3187-EE67-3A26-B40A4C06C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0AA9E-64EE-815E-8593-326BCDA3D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The Running Application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5C52A7E-23C7-DF55-5FA1-BB991E6ED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90113" y="1825625"/>
            <a:ext cx="921177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51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392</Words>
  <Application>Microsoft Office PowerPoint</Application>
  <PresentationFormat>Widescreen</PresentationFormat>
  <Paragraphs>68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Stencil</vt:lpstr>
      <vt:lpstr>Office Theme</vt:lpstr>
      <vt:lpstr>FULL METAL LIBRARY SD6503 Final Presentation</vt:lpstr>
      <vt:lpstr>Overview</vt:lpstr>
      <vt:lpstr>Features</vt:lpstr>
      <vt:lpstr>Advanced Features </vt:lpstr>
      <vt:lpstr>ER Diagram</vt:lpstr>
      <vt:lpstr>User Stories</vt:lpstr>
      <vt:lpstr>Sprint 1</vt:lpstr>
      <vt:lpstr>Sprint 2</vt:lpstr>
      <vt:lpstr>Sprint 3</vt:lpstr>
      <vt:lpstr>Sprint 4</vt:lpstr>
      <vt:lpstr>Sprint 5</vt:lpstr>
      <vt:lpstr>Testing BBT</vt:lpstr>
      <vt:lpstr>Testing WBT</vt:lpstr>
      <vt:lpstr>Unit Tests</vt:lpstr>
      <vt:lpstr>Selenium</vt:lpstr>
      <vt:lpstr>JMeter</vt:lpstr>
      <vt:lpstr>Vulnerabilities + How we fixed</vt:lpstr>
      <vt:lpstr>Issues/Challenges faced</vt:lpstr>
      <vt:lpstr>The Good</vt:lpstr>
      <vt:lpstr>The Running Application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Dave Sushames</dc:creator>
  <cp:lastModifiedBy>Dave Sushames</cp:lastModifiedBy>
  <cp:revision>4</cp:revision>
  <dcterms:created xsi:type="dcterms:W3CDTF">2025-10-07T02:13:16Z</dcterms:created>
  <dcterms:modified xsi:type="dcterms:W3CDTF">2025-10-12T08:21:40Z</dcterms:modified>
</cp:coreProperties>
</file>